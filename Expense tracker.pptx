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7003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577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070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506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1497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1872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1689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1094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374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321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2564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235035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6980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7192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6943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468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423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56213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Modern Expense Tracker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08784" y="5199247"/>
            <a:ext cx="6711654" cy="419548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PRESENTED BY:</a:t>
            </a:r>
          </a:p>
          <a:p>
            <a:pPr marL="0" indent="0">
              <a:buNone/>
            </a:pPr>
            <a:r>
              <a:rPr lang="en-US" dirty="0"/>
              <a:t>                           PRANVI PRAGYA SINGH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 /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Track personal income and expenses efficiently</a:t>
            </a:r>
          </a:p>
          <a:p>
            <a:r>
              <a:t>- Visualize financial status</a:t>
            </a:r>
          </a:p>
          <a:p>
            <a:r>
              <a:t>- Search and filter transactions by category</a:t>
            </a:r>
          </a:p>
          <a:p>
            <a:r>
              <a:t>- Provide real-time balance updates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Add, delete, and manage transactions</a:t>
            </a:r>
          </a:p>
          <a:p>
            <a:r>
              <a:t>- Categorize transactions: Food, Shopping, Travel, Bills, Salary, Other</a:t>
            </a:r>
          </a:p>
          <a:p>
            <a:r>
              <a:t>- Search transactions by text</a:t>
            </a:r>
          </a:p>
          <a:p>
            <a:r>
              <a:t>- Filter transactions by category</a:t>
            </a:r>
          </a:p>
          <a:p>
            <a:r>
              <a:t>- Calculate totals and balance</a:t>
            </a:r>
          </a:p>
          <a:p>
            <a:r>
              <a:t>- Dark / Light theme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Frontend: HTML, CSS, JavaScript</a:t>
            </a:r>
          </a:p>
          <a:p>
            <a:r>
              <a:t>- Storage: Browser localStorage</a:t>
            </a:r>
          </a:p>
          <a:p>
            <a:r>
              <a:t>- Visualization: Chart.js (optional)</a:t>
            </a:r>
          </a:p>
          <a:p>
            <a:r>
              <a:t>- Fully client-side, no backend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Folder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ExpenseTracker</a:t>
            </a:r>
            <a:r>
              <a:rPr dirty="0"/>
              <a:t>/</a:t>
            </a:r>
          </a:p>
          <a:p>
            <a:r>
              <a:rPr dirty="0"/>
              <a:t>├── index.html</a:t>
            </a:r>
          </a:p>
          <a:p>
            <a:r>
              <a:rPr dirty="0"/>
              <a:t>├── style.css</a:t>
            </a:r>
          </a:p>
          <a:p>
            <a:r>
              <a:rPr dirty="0"/>
              <a:t>├── </a:t>
            </a:r>
            <a:r>
              <a:rPr dirty="0" err="1"/>
              <a:t>js</a:t>
            </a:r>
            <a:r>
              <a:rPr dirty="0"/>
              <a:t>/</a:t>
            </a:r>
          </a:p>
          <a:p>
            <a:r>
              <a:rPr dirty="0"/>
              <a:t>│   ├── app.js</a:t>
            </a:r>
          </a:p>
          <a:p>
            <a:r>
              <a:rPr dirty="0"/>
              <a:t>│   ├── transaction.js</a:t>
            </a:r>
          </a:p>
          <a:p>
            <a:r>
              <a:rPr dirty="0"/>
              <a:t>│   ├── ui.js</a:t>
            </a:r>
          </a:p>
          <a:p>
            <a:r>
              <a:rPr dirty="0"/>
              <a:t>│   └── storage.js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Logic – Adding Transactions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Validate inputs</a:t>
            </a:r>
          </a:p>
          <a:p>
            <a:r>
              <a:t>- Create transaction object</a:t>
            </a:r>
          </a:p>
          <a:p>
            <a:r>
              <a:t>- Push into array</a:t>
            </a:r>
          </a:p>
          <a:p>
            <a:r>
              <a:t>- Save to localStorage</a:t>
            </a:r>
          </a:p>
          <a:p>
            <a:r>
              <a:t>- Re-render UI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Logic – Calculating Totals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Income = sum of positives</a:t>
            </a:r>
          </a:p>
          <a:p>
            <a:r>
              <a:t>- Expense = sum of negatives</a:t>
            </a:r>
          </a:p>
          <a:p>
            <a:r>
              <a:t>- Balance = income - expense</a:t>
            </a:r>
          </a:p>
          <a:p>
            <a:r>
              <a:t>- Update DOM elements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Logic – Filtering &amp; Searching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getFilteredList(search, category)</a:t>
            </a:r>
          </a:p>
          <a:p>
            <a:r>
              <a:t>- Filter by text</a:t>
            </a:r>
          </a:p>
          <a:p>
            <a:r>
              <a:t>- Filter by category</a:t>
            </a:r>
          </a:p>
          <a:p>
            <a:r>
              <a:t>- Dynamic updates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Screenshots / UI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 your app screenshots here.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9A5ACF-1868-12AE-B7C2-633167D75D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210" b="5159"/>
          <a:stretch>
            <a:fillRect/>
          </a:stretch>
        </p:blipFill>
        <p:spPr>
          <a:xfrm>
            <a:off x="0" y="1152832"/>
            <a:ext cx="9144000" cy="455233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Cloud sync</a:t>
            </a:r>
          </a:p>
          <a:p>
            <a:r>
              <a:t>- Recurring payments</a:t>
            </a:r>
          </a:p>
          <a:p>
            <a:r>
              <a:t>- Export CSV</a:t>
            </a:r>
          </a:p>
          <a:p>
            <a:r>
              <a:t>- Advanced charts</a:t>
            </a:r>
          </a:p>
          <a:p>
            <a:r>
              <a:t>- Mobile UI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Thank You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14</TotalTime>
  <Words>249</Words>
  <Application>Microsoft Office PowerPoint</Application>
  <PresentationFormat>On-screen Show (4:3)</PresentationFormat>
  <Paragraphs>54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Century Gothic</vt:lpstr>
      <vt:lpstr>Wingdings 3</vt:lpstr>
      <vt:lpstr>Ion</vt:lpstr>
      <vt:lpstr>Modern Expense Tracker</vt:lpstr>
      <vt:lpstr>Objective / Problem Statement</vt:lpstr>
      <vt:lpstr>Key Features</vt:lpstr>
      <vt:lpstr>Technology Stack</vt:lpstr>
      <vt:lpstr>Folder Structure</vt:lpstr>
      <vt:lpstr>Core Logic – Adding Transactions</vt:lpstr>
      <vt:lpstr>Core Logic – Calculating Totals</vt:lpstr>
      <vt:lpstr>Core Logic – Filtering &amp; Searching</vt:lpstr>
      <vt:lpstr>Screenshots / UI</vt:lpstr>
      <vt:lpstr>Future Improvements</vt:lpstr>
      <vt:lpstr>Thank You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918853311703</cp:lastModifiedBy>
  <cp:revision>2</cp:revision>
  <dcterms:created xsi:type="dcterms:W3CDTF">2013-01-27T09:14:16Z</dcterms:created>
  <dcterms:modified xsi:type="dcterms:W3CDTF">2025-11-20T08:14:47Z</dcterms:modified>
  <cp:category/>
</cp:coreProperties>
</file>